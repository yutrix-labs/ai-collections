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644C-FED0-9CC8-5E44-7E8E54FE5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E73E8-9623-1CDB-9B4A-8F5522C2D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15AA7-5720-E81E-10CB-549ECADA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74945-7F78-F2BB-2679-500C7BB6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C742-F617-A040-BCC2-F111CA7E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29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C104-E66F-75E3-BB8E-32311E6A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A574D-3AB2-2C5F-3CF8-34EB30D7B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618B4-A5D3-ACF5-8445-7F882C3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6A8E-70DC-10B1-BDD3-6CB053A1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ECC9-BA91-6FAD-44C2-144CD9E5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61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0C74-B8EC-C666-047C-D5A25D85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ACDDE-7068-308F-8600-1112B7E75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07AF2-415D-0017-9226-87CFD14C3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EAC3B-E43B-493C-90E5-3ED511CD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3069C-3BB9-1E1D-FAF5-00EC6C65C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252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6E42-53FF-0BBC-139E-3473D290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4AB37-EEF4-CA06-7230-3633A1610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E2818-01B2-F3ED-E0BD-673578625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6678C-70CA-CAC0-E234-7A267555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5D6B5-30E8-CBC0-D088-F4193449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92E86-1A0B-F298-0D4F-0FF741AB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07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F8C9-F1B0-2826-F7E3-66FCFA0B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037DC-3267-52D9-8853-102DD7DB5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3022E-8FE7-C5B2-FCF0-674667D38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F9D28-BD51-C28E-C6BC-33963564E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6A909-AC07-22E9-61F3-E51DABB63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9D3DD6-1B48-4589-176D-70F6D8EF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F4F4C8-E26B-E3B2-DADF-7B9807B9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62B08E-BA2A-0C10-0A08-2BB0767F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728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FF1C-CC40-EC3F-451B-E2B5B252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41AF6-36AC-4A05-4CE7-35DA8942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DB10B-8A50-1F57-A906-67633925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2E337-7901-437E-2534-92F29FD8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23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5F755-2DE9-F79C-2598-CA2A0A8E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AE6B3-7B12-2D3B-1DEE-E3007E2F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E4B7E-D592-0BA1-D2B5-5872CC89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8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602E-F252-C63D-3F12-682FBF40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D0BFF-D018-C635-B121-34C15C457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9024F-B019-A6E6-08AF-6E2970751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1BC11-6B80-E34A-7468-FDAC65E4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E9A0B-58F7-2DF1-0709-B850C2F8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B4CCD-0351-3586-5E00-CD5DA127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44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4075-0AC8-2EA5-63C0-FBE93D64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70D2D-E2DC-5BA9-E21E-C4B718A96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5A5A4-A3EB-8B30-C021-02EAA320E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3D5D3-9C75-8264-73A6-DDFF27C2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F827B-CF96-123A-ED70-F6EAEBF2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AB9D8-FD92-6D19-A80B-98022D1F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50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9BDA-D621-7720-1E3A-07148E90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02E62-FFBB-B10A-ECFA-8E279871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82666-5371-1CBC-7DB6-D641F1F4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22FA7-8FDF-AED1-B452-05908DB6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0CE4D-D957-C724-798E-4A3766A8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17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70495-D63A-216F-591A-FAF4849F0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C33B9-FC07-8A38-987E-C53A48F26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A0888-D63A-69E2-0322-FC6B9BE9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B2418-5B2A-8502-9527-22410A7A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279A8-23F9-FF6B-15DF-EF549B15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89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2C740D-698C-C7DA-BA54-E602E42E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B1F24-C5AB-C906-8B16-7BADD2B4B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EEE75-1412-E150-B7E1-725F22E76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2C772-5E1A-37CF-CF4A-172BE6DC2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A4371-CA15-8A91-C64A-60B90D67B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08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B645D1-44B7-83EA-128B-C2A70122D41D}"/>
              </a:ext>
            </a:extLst>
          </p:cNvPr>
          <p:cNvSpPr txBox="1"/>
          <p:nvPr/>
        </p:nvSpPr>
        <p:spPr>
          <a:xfrm>
            <a:off x="1023257" y="849086"/>
            <a:ext cx="296091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Customer Details</a:t>
            </a:r>
          </a:p>
          <a:p>
            <a:pPr marL="285750" indent="-285750">
              <a:buFontTx/>
              <a:buChar char="-"/>
            </a:pPr>
            <a:r>
              <a:rPr lang="en-US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Masked Mobile number</a:t>
            </a:r>
          </a:p>
          <a:p>
            <a:pPr marL="285750" indent="-285750">
              <a:buFontTx/>
              <a:buChar char="-"/>
            </a:pPr>
            <a:r>
              <a:rPr lang="en-US" dirty="0"/>
              <a:t>Masked Email</a:t>
            </a:r>
          </a:p>
          <a:p>
            <a:pPr marL="285750" indent="-285750">
              <a:buFontTx/>
              <a:buChar char="-"/>
            </a:pPr>
            <a:r>
              <a:rPr lang="en-US" dirty="0"/>
              <a:t>Loan Agreement ID</a:t>
            </a:r>
          </a:p>
          <a:p>
            <a:pPr marL="285750" indent="-285750">
              <a:buFontTx/>
              <a:buChar char="-"/>
            </a:pPr>
            <a:r>
              <a:rPr lang="en-US" dirty="0"/>
              <a:t>Loan Type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AA47C-E0F2-5B2D-7687-A31C8553C137}"/>
              </a:ext>
            </a:extLst>
          </p:cNvPr>
          <p:cNvSpPr txBox="1"/>
          <p:nvPr/>
        </p:nvSpPr>
        <p:spPr>
          <a:xfrm>
            <a:off x="4757057" y="849086"/>
            <a:ext cx="296091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Loan Amount</a:t>
            </a:r>
          </a:p>
          <a:p>
            <a:pPr marL="285750" indent="-285750">
              <a:buFontTx/>
              <a:buChar char="-"/>
            </a:pPr>
            <a:r>
              <a:rPr lang="en-US" dirty="0"/>
              <a:t>Tenure</a:t>
            </a:r>
          </a:p>
          <a:p>
            <a:pPr marL="285750" indent="-285750">
              <a:buFontTx/>
              <a:buChar char="-"/>
            </a:pPr>
            <a:r>
              <a:rPr lang="en-US" dirty="0"/>
              <a:t>EMI Start</a:t>
            </a:r>
          </a:p>
          <a:p>
            <a:pPr marL="285750" indent="-285750">
              <a:buFontTx/>
              <a:buChar char="-"/>
            </a:pPr>
            <a:r>
              <a:rPr lang="en-US" dirty="0"/>
              <a:t>EMI End date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Total outstanding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Total Overdue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0BC84-E0AD-88DE-9F32-0B364E752E32}"/>
              </a:ext>
            </a:extLst>
          </p:cNvPr>
          <p:cNvSpPr txBox="1"/>
          <p:nvPr/>
        </p:nvSpPr>
        <p:spPr>
          <a:xfrm>
            <a:off x="8360231" y="849086"/>
            <a:ext cx="296091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Installment number-</a:t>
            </a:r>
          </a:p>
          <a:p>
            <a:pPr marL="285750" indent="-285750">
              <a:buFontTx/>
              <a:buChar char="-"/>
            </a:pPr>
            <a:r>
              <a:rPr lang="en-US" dirty="0"/>
              <a:t>Due date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Amount</a:t>
            </a:r>
          </a:p>
          <a:p>
            <a:pPr marL="285750" indent="-285750">
              <a:buFontTx/>
              <a:buChar char="-"/>
            </a:pPr>
            <a:r>
              <a:rPr lang="en-US" dirty="0"/>
              <a:t>Bounce charges</a:t>
            </a:r>
          </a:p>
          <a:p>
            <a:pPr marL="285750" indent="-285750">
              <a:buFontTx/>
              <a:buChar char="-"/>
            </a:pPr>
            <a:r>
              <a:rPr lang="en-US" dirty="0"/>
              <a:t>Penal Charges</a:t>
            </a:r>
          </a:p>
          <a:p>
            <a:pPr marL="285750" indent="-285750">
              <a:buFontTx/>
              <a:buChar char="-"/>
            </a:pPr>
            <a:r>
              <a:rPr lang="en-US" dirty="0"/>
              <a:t>DPD</a:t>
            </a:r>
          </a:p>
          <a:p>
            <a:pPr marL="285750" indent="-285750">
              <a:buFontTx/>
              <a:buChar char="-"/>
            </a:pPr>
            <a:r>
              <a:rPr lang="en-US" dirty="0"/>
              <a:t>Current Action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15852-B65E-A53A-5ACE-47D38907FC53}"/>
              </a:ext>
            </a:extLst>
          </p:cNvPr>
          <p:cNvSpPr txBox="1"/>
          <p:nvPr/>
        </p:nvSpPr>
        <p:spPr>
          <a:xfrm>
            <a:off x="1023257" y="2971804"/>
            <a:ext cx="997131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Past Communication summary</a:t>
            </a:r>
          </a:p>
          <a:p>
            <a:pPr marL="285750" indent="-285750">
              <a:buFontTx/>
              <a:buChar char="-"/>
            </a:pPr>
            <a:r>
              <a:rPr lang="en-US" dirty="0"/>
              <a:t>Call date/time, Caller name, Call summary</a:t>
            </a:r>
          </a:p>
          <a:p>
            <a:pPr marL="285750" indent="-285750">
              <a:buFontTx/>
              <a:buChar char="-"/>
            </a:pPr>
            <a:r>
              <a:rPr lang="en-US" dirty="0"/>
              <a:t>Previous Call history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D6679-FB0F-9DE6-B580-1A55681C2AFA}"/>
              </a:ext>
            </a:extLst>
          </p:cNvPr>
          <p:cNvSpPr txBox="1"/>
          <p:nvPr/>
        </p:nvSpPr>
        <p:spPr>
          <a:xfrm>
            <a:off x="1023258" y="4158343"/>
            <a:ext cx="3733799" cy="230832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Transcript ( Scrolling)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F6C883-AE99-2391-C239-E24F87F02378}"/>
              </a:ext>
            </a:extLst>
          </p:cNvPr>
          <p:cNvSpPr txBox="1"/>
          <p:nvPr/>
        </p:nvSpPr>
        <p:spPr>
          <a:xfrm>
            <a:off x="5083629" y="4082143"/>
            <a:ext cx="3559628" cy="230832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AI Insights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B9C22-7514-3C3E-3B04-2F797CA1F989}"/>
              </a:ext>
            </a:extLst>
          </p:cNvPr>
          <p:cNvSpPr txBox="1"/>
          <p:nvPr/>
        </p:nvSpPr>
        <p:spPr>
          <a:xfrm>
            <a:off x="8893629" y="4017381"/>
            <a:ext cx="303711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Disposition</a:t>
            </a:r>
          </a:p>
          <a:p>
            <a:r>
              <a:rPr lang="en-US" dirty="0"/>
              <a:t>Current Action</a:t>
            </a:r>
          </a:p>
          <a:p>
            <a:r>
              <a:rPr lang="en-US" dirty="0"/>
              <a:t>Result</a:t>
            </a:r>
          </a:p>
          <a:p>
            <a:r>
              <a:rPr lang="en-US" dirty="0"/>
              <a:t>Particulars of Result- Date, Amount</a:t>
            </a:r>
          </a:p>
          <a:p>
            <a:r>
              <a:rPr lang="en-US" dirty="0"/>
              <a:t>Reason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204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70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Joshi</dc:creator>
  <cp:lastModifiedBy>Mohan Joshi</cp:lastModifiedBy>
  <cp:revision>1</cp:revision>
  <dcterms:created xsi:type="dcterms:W3CDTF">2026-02-07T06:44:02Z</dcterms:created>
  <dcterms:modified xsi:type="dcterms:W3CDTF">2026-02-07T06:58:17Z</dcterms:modified>
</cp:coreProperties>
</file>